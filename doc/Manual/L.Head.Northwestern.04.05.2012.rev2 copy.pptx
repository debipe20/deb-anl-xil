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handoutMasterIdLst>
    <p:handoutMasterId r:id="rId7"/>
  </p:handoutMasterIdLst>
  <p:sldIdLst>
    <p:sldId id="323" r:id="rId3"/>
    <p:sldId id="324" r:id="rId4"/>
    <p:sldId id="32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9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9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9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9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9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9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9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9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50000" autoAdjust="0"/>
  </p:normalViewPr>
  <p:slideViewPr>
    <p:cSldViewPr>
      <p:cViewPr varScale="1">
        <p:scale>
          <a:sx n="124" d="100"/>
          <a:sy n="124" d="100"/>
        </p:scale>
        <p:origin x="1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2536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86478-266B-1040-9EFA-2F651CE2B5A5}" type="datetimeFigureOut">
              <a:rPr lang="en-US" smtClean="0"/>
              <a:t>9/22/20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25DB6-A087-B34C-9673-D724CF838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754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9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9" charset="0"/>
              </a:defRPr>
            </a:lvl1pPr>
          </a:lstStyle>
          <a:p>
            <a:fld id="{D6D74E88-F526-254D-945A-AB833BABD53B}" type="datetime1">
              <a:rPr lang="en-US"/>
              <a:pPr/>
              <a:t>9/22/20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09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9" charset="0"/>
              </a:defRPr>
            </a:lvl1pPr>
          </a:lstStyle>
          <a:p>
            <a:fld id="{5A5EC241-F05C-494E-864A-D88F2D5932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923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ＭＳ Ｐゴシック" pitchFamily="-109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A2C4C-320B-C545-9DD7-182355A358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79EBBB-BCA3-3F43-82F9-695937E9FD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96D5D-6580-644B-BD39-C57D418620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93911-814B-7E4F-A9CF-A82331260D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CA966-4CBD-3B44-9183-9E90F18340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F32DF-6E4D-DC41-83BB-C5E9D383F5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DBD6A-B516-F342-92ED-4023E859D5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C901EA-FB79-B946-B19A-AE7E5CE132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7B362-11F0-A347-996E-5DA5A71CAD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0A8A31-36EF-DC43-B8DD-97041E9720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E491D-F454-6147-BFE7-B5F023B1DC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524000"/>
            <a:ext cx="39243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3438" y="1524000"/>
            <a:ext cx="39243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3438" y="3848100"/>
            <a:ext cx="39243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 smtClean="0"/>
            </a:lvl1pPr>
          </a:lstStyle>
          <a:p>
            <a:fld id="{5D6D7AA2-5B33-784D-BE6C-1594840EB9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09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09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09" charset="0"/>
              </a:defRPr>
            </a:lvl1pPr>
          </a:lstStyle>
          <a:p>
            <a:fld id="{CF0A57AC-81E4-244B-8AAF-8334EC84E4BD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8" name="Picture 7" descr="UA_block_CMYK.eps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2400" y="6019800"/>
            <a:ext cx="799723" cy="673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9" charset="-128"/>
          <a:cs typeface="ＭＳ Ｐゴシック" pitchFamily="-109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9" charset="-128"/>
          <a:cs typeface="ＭＳ Ｐゴシック" pitchFamily="-109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9" charset="-128"/>
          <a:cs typeface="ＭＳ Ｐゴシック" pitchFamily="-109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09" charset="-128"/>
          <a:cs typeface="ＭＳ Ｐゴシック" pitchFamily="-109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-109" charset="0"/>
        <a:buChar char="•"/>
        <a:defRPr sz="3200" kern="120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-109" charset="0"/>
        <a:buChar char="–"/>
        <a:defRPr sz="28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-109" charset="0"/>
        <a:buChar char="•"/>
        <a:defRPr sz="24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-109" charset="0"/>
        <a:buChar char="–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-109" charset="0"/>
        <a:buChar char="»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93675-17BF-504E-8EB2-93580C56E2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/>
              <a:t>Service Phase Selection Constraints</a:t>
            </a:r>
          </a:p>
        </p:txBody>
      </p:sp>
      <p:graphicFrame>
        <p:nvGraphicFramePr>
          <p:cNvPr id="88072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" y="4114800"/>
          <a:ext cx="35814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7" name="Equation" r:id="rId3" imgW="1854000" imgH="672840" progId="Equation.DSMT4">
                  <p:embed/>
                </p:oleObj>
              </mc:Choice>
              <mc:Fallback>
                <p:oleObj name="Equation" r:id="rId3" imgW="1854000" imgH="6728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14800"/>
                        <a:ext cx="3581400" cy="13017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0" y="2900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8077" name="Picture 13" descr="FIgure X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/>
          <a:srcRect/>
          <a:stretch>
            <a:fillRect/>
          </a:stretch>
        </p:blipFill>
        <p:spPr>
          <a:xfrm>
            <a:off x="838200" y="1524000"/>
            <a:ext cx="7315200" cy="2260600"/>
          </a:xfrm>
          <a:noFill/>
          <a:ln/>
        </p:spPr>
      </p:pic>
      <p:sp>
        <p:nvSpPr>
          <p:cNvPr id="88081" name="Rectangle 17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8080" name="Object 16"/>
          <p:cNvGraphicFramePr>
            <a:graphicFrameLocks noChangeAspect="1"/>
          </p:cNvGraphicFramePr>
          <p:nvPr/>
        </p:nvGraphicFramePr>
        <p:xfrm>
          <a:off x="5029200" y="3962400"/>
          <a:ext cx="32766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" name="Equation" r:id="rId6" imgW="1460160" imgH="469800" progId="Equation.DSMT4">
                  <p:embed/>
                </p:oleObj>
              </mc:Choice>
              <mc:Fallback>
                <p:oleObj name="Equation" r:id="rId6" imgW="146016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962400"/>
                        <a:ext cx="32766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7AA2-5B33-784D-BE6C-1594840EB9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/>
              <a:t>Service Phase Selection Constraints</a:t>
            </a:r>
          </a:p>
        </p:txBody>
      </p:sp>
      <p:sp>
        <p:nvSpPr>
          <p:cNvPr id="179207" name="Rectangle 7"/>
          <p:cNvSpPr>
            <a:spLocks noChangeArrowheads="1"/>
          </p:cNvSpPr>
          <p:nvPr/>
        </p:nvSpPr>
        <p:spPr bwMode="auto">
          <a:xfrm>
            <a:off x="0" y="2900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9206" name="Object 6"/>
          <p:cNvGraphicFramePr>
            <a:graphicFrameLocks noChangeAspect="1"/>
          </p:cNvGraphicFramePr>
          <p:nvPr/>
        </p:nvGraphicFramePr>
        <p:xfrm>
          <a:off x="1600200" y="1905000"/>
          <a:ext cx="5257800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1" name="Equation" r:id="rId3" imgW="2857500" imgH="1054100" progId="Equation.DSMT4">
                  <p:embed/>
                </p:oleObj>
              </mc:Choice>
              <mc:Fallback>
                <p:oleObj name="Equation" r:id="rId3" imgW="2857500" imgH="10541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05000"/>
                        <a:ext cx="5257800" cy="194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9" name="Rectangle 9"/>
          <p:cNvSpPr>
            <a:spLocks noChangeArrowheads="1"/>
          </p:cNvSpPr>
          <p:nvPr/>
        </p:nvSpPr>
        <p:spPr bwMode="auto">
          <a:xfrm>
            <a:off x="0" y="2900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1447800" y="4038600"/>
          <a:ext cx="50292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2" name="Equation" r:id="rId5" imgW="2870200" imgH="1054100" progId="Equation.DSMT4">
                  <p:embed/>
                </p:oleObj>
              </mc:Choice>
              <mc:Fallback>
                <p:oleObj name="Equation" r:id="rId5" imgW="2870200" imgH="10541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38600"/>
                        <a:ext cx="5029200" cy="185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F32DF-6E4D-DC41-83BB-C5E9D383F53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Total Priority Delay</a:t>
            </a:r>
          </a:p>
        </p:txBody>
      </p:sp>
      <p:graphicFrame>
        <p:nvGraphicFramePr>
          <p:cNvPr id="78857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68400" y="3429000"/>
          <a:ext cx="6729413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5" name="Visio" r:id="rId3" imgW="5486400" imgH="1790700" progId="Visio.Drawing.11">
                  <p:embed/>
                </p:oleObj>
              </mc:Choice>
              <mc:Fallback>
                <p:oleObj name="Visio" r:id="rId3" imgW="5486400" imgH="1790700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429000"/>
                        <a:ext cx="6729413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2" name="Rectangle 14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1143000" y="1905000"/>
          <a:ext cx="65532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" name="Equation" r:id="rId5" imgW="1879560" imgH="342720" progId="Equation.DSMT4">
                  <p:embed/>
                </p:oleObj>
              </mc:Choice>
              <mc:Fallback>
                <p:oleObj name="Equation" r:id="rId5" imgW="187956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655320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7AA2-5B33-784D-BE6C-1594840EB97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16048</TotalTime>
  <Words>14</Words>
  <Application>Microsoft Macintosh PowerPoint</Application>
  <PresentationFormat>On-screen Show (4:3)</PresentationFormat>
  <Paragraphs>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Office Theme</vt:lpstr>
      <vt:lpstr>Office Theme</vt:lpstr>
      <vt:lpstr>Equation</vt:lpstr>
      <vt:lpstr>Visio</vt:lpstr>
      <vt:lpstr>Service Phase Selection Constraints</vt:lpstr>
      <vt:lpstr>Service Phase Selection Constraints</vt:lpstr>
      <vt:lpstr>Total Priority Delay</vt:lpstr>
    </vt:vector>
  </TitlesOfParts>
  <Company>Kimley-Horn and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Arizona’s Emergency IntelliDrive </dc:title>
  <dc:creator>Lisa.Burgess</dc:creator>
  <cp:lastModifiedBy>Head, Larry - (klhead)</cp:lastModifiedBy>
  <cp:revision>67</cp:revision>
  <dcterms:created xsi:type="dcterms:W3CDTF">2010-10-20T20:48:57Z</dcterms:created>
  <dcterms:modified xsi:type="dcterms:W3CDTF">2020-09-23T00:14:25Z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1879193022</vt:i4>
  </property>
  <property fmtid="{D5CDD505-2E9C-101B-9397-08002B2CF9AE}" pid="3" name="_NewReviewCycle">
    <vt:lpwstr/>
  </property>
  <property fmtid="{D5CDD505-2E9C-101B-9397-08002B2CF9AE}" pid="4" name="_EmailSubject">
    <vt:lpwstr>AZ IntelliDrive LMB draft.ppt</vt:lpwstr>
  </property>
  <property fmtid="{D5CDD505-2E9C-101B-9397-08002B2CF9AE}" pid="5" name="_AuthorEmail">
    <vt:lpwstr>Lisa.Burgess@kimley-horn.com</vt:lpwstr>
  </property>
  <property fmtid="{D5CDD505-2E9C-101B-9397-08002B2CF9AE}" pid="6" name="_AuthorEmailDisplayName">
    <vt:lpwstr>Burgess, Lisa</vt:lpwstr>
  </property>
</Properties>
</file>